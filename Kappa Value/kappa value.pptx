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6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A7B62E-636F-056B-4C2D-680884164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776498A-D012-FAE5-F94A-51C6F3DF38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E5F9DC-AD1D-281F-8433-E828ED80F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FA36D-574C-4318-BFFC-F4E455804344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590CE21-41B6-AA4C-A4C8-E3606A342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07ABDA4-E7CC-5E36-9731-6F82A055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3387B-B42D-4234-836F-D06C5228B4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2527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477430-E604-B775-91D8-A9DBA3B83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EF049F-6ACE-830E-4790-83BA79635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BDAF295-5EA7-D6C9-6B9C-54076EE70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FA36D-574C-4318-BFFC-F4E455804344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AC16D98-0CB5-042F-AC85-2DC102A3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135918-94F0-B8AC-566A-8C0D3474D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3387B-B42D-4234-836F-D06C5228B4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2560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9C6B23-2C5B-7081-438B-6EFB499EA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B30524F-7993-1173-4C62-77E7C9474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F97AB6-3D6B-6B28-427F-8A865A19A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FA36D-574C-4318-BFFC-F4E455804344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11A2DC1-3D33-209D-CD94-8B128D2F2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5F48C2-7A72-1CBA-760A-7FD3FB3FE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3387B-B42D-4234-836F-D06C5228B4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0629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1F2FE4-72BB-3D05-0512-471F7CEC0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6D0D0E-5970-8F64-E45F-A2DFD9291C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A8E835B-4480-96E3-A652-0E1B1E24A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FA7DAB0-9907-4178-7FDF-A918642A7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FA36D-574C-4318-BFFC-F4E455804344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BE77E49-CA52-B151-5EE3-CEF96EE0A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48AB76A-4797-7888-1C1E-662232BB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3387B-B42D-4234-836F-D06C5228B4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436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4B4D27-F185-612A-35C6-8086BF69E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0226C06-5E4C-C228-644B-2F04D1ECC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5DA2D45-213C-1207-E026-4DC60B837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EEDC078-9D5A-3769-44CB-3145294F68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22D5691-3150-575F-1C58-4CD2A4960F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2B37081-B9D1-AE14-8A6B-B8FAF157E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FA36D-574C-4318-BFFC-F4E455804344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5599D17-F2E5-8DFD-E107-E9CC9FA01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DC1DACF-902E-5ACF-E38D-F1FA9A88F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3387B-B42D-4234-836F-D06C5228B4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6324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EADA81-BF9C-1E94-E4BA-D7822C40A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0E52DB9-7BC8-68AB-06A5-1278A5DE4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FA36D-574C-4318-BFFC-F4E455804344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68716D6-A8F2-FA02-4577-CE6807685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3D643FB-D74D-18A9-F40A-CE817B384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3387B-B42D-4234-836F-D06C5228B4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5740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C9A4E60-0014-C9AC-9E60-591C7AD2A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FA36D-574C-4318-BFFC-F4E455804344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70B704E-C48F-F667-292E-E03A5E085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7F5DA8F-DF93-D393-2ACB-182E7A13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3387B-B42D-4234-836F-D06C5228B4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1444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AD99B9-2121-B818-E4E5-896FE23BA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3FEBAB-F0D8-CB8C-D105-A28E6488E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5561E62-0C0F-8A2F-93B7-D6F803137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3636CBA-4096-0838-945F-455EADFFB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FA36D-574C-4318-BFFC-F4E455804344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859F294-6323-8B9F-7C2B-5EEFA985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BECA15F-3385-A7ED-5F77-2EF4A72D4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3387B-B42D-4234-836F-D06C5228B4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2938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134F3C-B696-1217-8052-ACA80FECF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E0B694A-D501-620A-36A3-FC27563B65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E5E6473-48AB-FAEB-8136-FDF5CC7C51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2C3E7B2-35D5-7C16-C9AB-215ACE7BA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FA36D-574C-4318-BFFC-F4E455804344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8F66F1A-5CE6-1F7E-A16F-DD264632A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74B260F-7B3B-D2EF-F5B2-2AB629208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3387B-B42D-4234-836F-D06C5228B4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2230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06C0D7-ECB5-F810-CE7B-6F657E3DC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B40724D-CFA4-6AF2-C05C-E5E2D92D1D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317FC9-6772-77C3-EB41-D1C495413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FA36D-574C-4318-BFFC-F4E455804344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A932E3-3383-8BC3-A933-4E4C02F8D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30B3829-610C-88F3-996F-85AA7A30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3387B-B42D-4234-836F-D06C5228B4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4744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8FFAE7D-7ADD-3083-D202-8692EF8880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7CA027A-3686-F803-63FF-F7418B3530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A833F50-47C4-135B-1FA3-B3F09B50C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FA36D-574C-4318-BFFC-F4E455804344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338832-1D3C-1A91-0C03-7E445AEC3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55203D-A5D8-BC0F-B9F8-8BC97EBBB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3387B-B42D-4234-836F-D06C5228B4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1472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4D1599E-1FDD-4DC0-30E1-9EF40F503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C4937B1-B7FB-6F21-B666-B637822D8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EC314F-D03A-D855-5936-B8673C90E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FA36D-574C-4318-BFFC-F4E455804344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F9CBD2-978E-2D3D-CFC2-64EFFAA343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6BCF054-FAF5-7E76-275D-8046DB6FC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3387B-B42D-4234-836F-D06C5228B4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383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575E9D92-F92F-9EA9-1749-D389167EAB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9680389"/>
              </p:ext>
            </p:extLst>
          </p:nvPr>
        </p:nvGraphicFramePr>
        <p:xfrm>
          <a:off x="483804" y="374196"/>
          <a:ext cx="11224391" cy="1863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268">
                  <a:extLst>
                    <a:ext uri="{9D8B030D-6E8A-4147-A177-3AD203B41FA5}">
                      <a16:colId xmlns:a16="http://schemas.microsoft.com/office/drawing/2014/main" val="435075490"/>
                    </a:ext>
                  </a:extLst>
                </a:gridCol>
                <a:gridCol w="1406589">
                  <a:extLst>
                    <a:ext uri="{9D8B030D-6E8A-4147-A177-3AD203B41FA5}">
                      <a16:colId xmlns:a16="http://schemas.microsoft.com/office/drawing/2014/main" val="781779710"/>
                    </a:ext>
                  </a:extLst>
                </a:gridCol>
                <a:gridCol w="1406589">
                  <a:extLst>
                    <a:ext uri="{9D8B030D-6E8A-4147-A177-3AD203B41FA5}">
                      <a16:colId xmlns:a16="http://schemas.microsoft.com/office/drawing/2014/main" val="4090437340"/>
                    </a:ext>
                  </a:extLst>
                </a:gridCol>
                <a:gridCol w="1406589">
                  <a:extLst>
                    <a:ext uri="{9D8B030D-6E8A-4147-A177-3AD203B41FA5}">
                      <a16:colId xmlns:a16="http://schemas.microsoft.com/office/drawing/2014/main" val="4249147350"/>
                    </a:ext>
                  </a:extLst>
                </a:gridCol>
                <a:gridCol w="1406589">
                  <a:extLst>
                    <a:ext uri="{9D8B030D-6E8A-4147-A177-3AD203B41FA5}">
                      <a16:colId xmlns:a16="http://schemas.microsoft.com/office/drawing/2014/main" val="924541715"/>
                    </a:ext>
                  </a:extLst>
                </a:gridCol>
                <a:gridCol w="1406589">
                  <a:extLst>
                    <a:ext uri="{9D8B030D-6E8A-4147-A177-3AD203B41FA5}">
                      <a16:colId xmlns:a16="http://schemas.microsoft.com/office/drawing/2014/main" val="3036574491"/>
                    </a:ext>
                  </a:extLst>
                </a:gridCol>
                <a:gridCol w="1406589">
                  <a:extLst>
                    <a:ext uri="{9D8B030D-6E8A-4147-A177-3AD203B41FA5}">
                      <a16:colId xmlns:a16="http://schemas.microsoft.com/office/drawing/2014/main" val="861464300"/>
                    </a:ext>
                  </a:extLst>
                </a:gridCol>
                <a:gridCol w="1406589">
                  <a:extLst>
                    <a:ext uri="{9D8B030D-6E8A-4147-A177-3AD203B41FA5}">
                      <a16:colId xmlns:a16="http://schemas.microsoft.com/office/drawing/2014/main" val="74276146"/>
                    </a:ext>
                  </a:extLst>
                </a:gridCol>
              </a:tblGrid>
              <a:tr h="1024146">
                <a:tc>
                  <a:txBody>
                    <a:bodyPr/>
                    <a:lstStyle/>
                    <a:p>
                      <a:pPr algn="r"/>
                      <a:r>
                        <a:rPr lang="zh-TW" altLang="en-US" dirty="0"/>
                        <a:t>日期</a:t>
                      </a:r>
                      <a:endParaRPr lang="en-US" altLang="zh-TW" dirty="0"/>
                    </a:p>
                    <a:p>
                      <a:endParaRPr lang="en-US" altLang="zh-TW" dirty="0"/>
                    </a:p>
                    <a:p>
                      <a:r>
                        <a:rPr lang="en-US" altLang="zh-TW" dirty="0"/>
                        <a:t>Kappa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2024-11-14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2024-11-21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2024-11-28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2024-12-05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2024-12-12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2024-12-19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2024-12-26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extLst>
                  <a:ext uri="{0D108BD9-81ED-4DB2-BD59-A6C34878D82A}">
                    <a16:rowId xmlns:a16="http://schemas.microsoft.com/office/drawing/2014/main" val="2840450928"/>
                  </a:ext>
                </a:extLst>
              </a:tr>
              <a:tr h="838931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第一批標註</a:t>
                      </a: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0.307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0.519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0.6072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0.672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0.777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0.853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0.907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extLst>
                  <a:ext uri="{0D108BD9-81ED-4DB2-BD59-A6C34878D82A}">
                    <a16:rowId xmlns:a16="http://schemas.microsoft.com/office/drawing/2014/main" val="595988935"/>
                  </a:ext>
                </a:extLst>
              </a:tr>
            </a:tbl>
          </a:graphicData>
        </a:graphic>
      </p:graphicFrame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id="{CDAB327A-9AD9-9051-767C-94C4C77BB1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3735162"/>
              </p:ext>
            </p:extLst>
          </p:nvPr>
        </p:nvGraphicFramePr>
        <p:xfrm>
          <a:off x="1890392" y="2497461"/>
          <a:ext cx="8411213" cy="1863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268">
                  <a:extLst>
                    <a:ext uri="{9D8B030D-6E8A-4147-A177-3AD203B41FA5}">
                      <a16:colId xmlns:a16="http://schemas.microsoft.com/office/drawing/2014/main" val="435075490"/>
                    </a:ext>
                  </a:extLst>
                </a:gridCol>
                <a:gridCol w="1406589">
                  <a:extLst>
                    <a:ext uri="{9D8B030D-6E8A-4147-A177-3AD203B41FA5}">
                      <a16:colId xmlns:a16="http://schemas.microsoft.com/office/drawing/2014/main" val="781779710"/>
                    </a:ext>
                  </a:extLst>
                </a:gridCol>
                <a:gridCol w="1406589">
                  <a:extLst>
                    <a:ext uri="{9D8B030D-6E8A-4147-A177-3AD203B41FA5}">
                      <a16:colId xmlns:a16="http://schemas.microsoft.com/office/drawing/2014/main" val="4090437340"/>
                    </a:ext>
                  </a:extLst>
                </a:gridCol>
                <a:gridCol w="1406589">
                  <a:extLst>
                    <a:ext uri="{9D8B030D-6E8A-4147-A177-3AD203B41FA5}">
                      <a16:colId xmlns:a16="http://schemas.microsoft.com/office/drawing/2014/main" val="4249147350"/>
                    </a:ext>
                  </a:extLst>
                </a:gridCol>
                <a:gridCol w="1406589">
                  <a:extLst>
                    <a:ext uri="{9D8B030D-6E8A-4147-A177-3AD203B41FA5}">
                      <a16:colId xmlns:a16="http://schemas.microsoft.com/office/drawing/2014/main" val="924541715"/>
                    </a:ext>
                  </a:extLst>
                </a:gridCol>
                <a:gridCol w="1406589">
                  <a:extLst>
                    <a:ext uri="{9D8B030D-6E8A-4147-A177-3AD203B41FA5}">
                      <a16:colId xmlns:a16="http://schemas.microsoft.com/office/drawing/2014/main" val="3036574491"/>
                    </a:ext>
                  </a:extLst>
                </a:gridCol>
              </a:tblGrid>
              <a:tr h="1024146">
                <a:tc>
                  <a:txBody>
                    <a:bodyPr/>
                    <a:lstStyle/>
                    <a:p>
                      <a:pPr algn="r"/>
                      <a:r>
                        <a:rPr lang="zh-TW" altLang="en-US" dirty="0"/>
                        <a:t>日期</a:t>
                      </a:r>
                      <a:endParaRPr lang="en-US" altLang="zh-TW" dirty="0"/>
                    </a:p>
                    <a:p>
                      <a:endParaRPr lang="en-US" altLang="zh-TW" dirty="0"/>
                    </a:p>
                    <a:p>
                      <a:r>
                        <a:rPr lang="en-US" altLang="zh-TW" dirty="0"/>
                        <a:t>Kappa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2025-01-02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2025-01-15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2025-01-24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2025-02-06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2025-02-13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extLst>
                  <a:ext uri="{0D108BD9-81ED-4DB2-BD59-A6C34878D82A}">
                    <a16:rowId xmlns:a16="http://schemas.microsoft.com/office/drawing/2014/main" val="2840450928"/>
                  </a:ext>
                </a:extLst>
              </a:tr>
              <a:tr h="838931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第二批標註</a:t>
                      </a: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0.493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0.513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0.609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0.745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0.912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extLst>
                  <a:ext uri="{0D108BD9-81ED-4DB2-BD59-A6C34878D82A}">
                    <a16:rowId xmlns:a16="http://schemas.microsoft.com/office/drawing/2014/main" val="595988935"/>
                  </a:ext>
                </a:extLst>
              </a:tr>
            </a:tbl>
          </a:graphicData>
        </a:graphic>
      </p:graphicFrame>
      <p:graphicFrame>
        <p:nvGraphicFramePr>
          <p:cNvPr id="6" name="內容版面配置區 3">
            <a:extLst>
              <a:ext uri="{FF2B5EF4-FFF2-40B4-BE49-F238E27FC236}">
                <a16:creationId xmlns:a16="http://schemas.microsoft.com/office/drawing/2014/main" id="{4548695A-9661-D7E1-59FD-B2F7C44974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3660467"/>
              </p:ext>
            </p:extLst>
          </p:nvPr>
        </p:nvGraphicFramePr>
        <p:xfrm>
          <a:off x="1890391" y="4582366"/>
          <a:ext cx="8411213" cy="1863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268">
                  <a:extLst>
                    <a:ext uri="{9D8B030D-6E8A-4147-A177-3AD203B41FA5}">
                      <a16:colId xmlns:a16="http://schemas.microsoft.com/office/drawing/2014/main" val="435075490"/>
                    </a:ext>
                  </a:extLst>
                </a:gridCol>
                <a:gridCol w="1406589">
                  <a:extLst>
                    <a:ext uri="{9D8B030D-6E8A-4147-A177-3AD203B41FA5}">
                      <a16:colId xmlns:a16="http://schemas.microsoft.com/office/drawing/2014/main" val="781779710"/>
                    </a:ext>
                  </a:extLst>
                </a:gridCol>
                <a:gridCol w="1406589">
                  <a:extLst>
                    <a:ext uri="{9D8B030D-6E8A-4147-A177-3AD203B41FA5}">
                      <a16:colId xmlns:a16="http://schemas.microsoft.com/office/drawing/2014/main" val="4090437340"/>
                    </a:ext>
                  </a:extLst>
                </a:gridCol>
                <a:gridCol w="1406589">
                  <a:extLst>
                    <a:ext uri="{9D8B030D-6E8A-4147-A177-3AD203B41FA5}">
                      <a16:colId xmlns:a16="http://schemas.microsoft.com/office/drawing/2014/main" val="4249147350"/>
                    </a:ext>
                  </a:extLst>
                </a:gridCol>
                <a:gridCol w="1406589">
                  <a:extLst>
                    <a:ext uri="{9D8B030D-6E8A-4147-A177-3AD203B41FA5}">
                      <a16:colId xmlns:a16="http://schemas.microsoft.com/office/drawing/2014/main" val="924541715"/>
                    </a:ext>
                  </a:extLst>
                </a:gridCol>
                <a:gridCol w="1406589">
                  <a:extLst>
                    <a:ext uri="{9D8B030D-6E8A-4147-A177-3AD203B41FA5}">
                      <a16:colId xmlns:a16="http://schemas.microsoft.com/office/drawing/2014/main" val="3036574491"/>
                    </a:ext>
                  </a:extLst>
                </a:gridCol>
              </a:tblGrid>
              <a:tr h="1024146">
                <a:tc>
                  <a:txBody>
                    <a:bodyPr/>
                    <a:lstStyle/>
                    <a:p>
                      <a:pPr algn="r"/>
                      <a:r>
                        <a:rPr lang="zh-TW" altLang="en-US" dirty="0"/>
                        <a:t>日期</a:t>
                      </a:r>
                      <a:endParaRPr lang="en-US" altLang="zh-TW" dirty="0"/>
                    </a:p>
                    <a:p>
                      <a:endParaRPr lang="en-US" altLang="zh-TW" dirty="0"/>
                    </a:p>
                    <a:p>
                      <a:r>
                        <a:rPr lang="en-US" altLang="zh-TW" dirty="0"/>
                        <a:t>Kappa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2025-01-02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2025-01-15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2025-01-24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2025-02-06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2025-02-13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extLst>
                  <a:ext uri="{0D108BD9-81ED-4DB2-BD59-A6C34878D82A}">
                    <a16:rowId xmlns:a16="http://schemas.microsoft.com/office/drawing/2014/main" val="2840450928"/>
                  </a:ext>
                </a:extLst>
              </a:tr>
              <a:tr h="838931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第三批標註</a:t>
                      </a: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0.677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0.69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0.87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0.906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0.906</a:t>
                      </a:r>
                      <a:endParaRPr lang="zh-TW" altLang="en-US" dirty="0"/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extLst>
                  <a:ext uri="{0D108BD9-81ED-4DB2-BD59-A6C34878D82A}">
                    <a16:rowId xmlns:a16="http://schemas.microsoft.com/office/drawing/2014/main" val="595988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4712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52</Words>
  <Application>Microsoft Office PowerPoint</Application>
  <PresentationFormat>寬螢幕</PresentationFormat>
  <Paragraphs>46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FangLiang@ISLAB.EE.NKUST</dc:creator>
  <cp:lastModifiedBy>FangLiang@ISLAB.EE.NKUST</cp:lastModifiedBy>
  <cp:revision>17</cp:revision>
  <dcterms:created xsi:type="dcterms:W3CDTF">2025-10-13T07:02:49Z</dcterms:created>
  <dcterms:modified xsi:type="dcterms:W3CDTF">2025-10-20T07:26:42Z</dcterms:modified>
</cp:coreProperties>
</file>